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5F5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F5F5F5"/>
                </a:solidFill>
                <a:latin typeface="Arial"/>
              </a:rPr>
              <a:t>Onde os tokens foram gastos (milhões)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(milhões)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Cache read</c:v>
                </c:pt>
                <c:pt idx="1">
                  <c:v>Cache write</c:v>
                </c:pt>
                <c:pt idx="2">
                  <c:v>Saída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52.67</c:v>
                </c:pt>
                <c:pt idx="1">
                  <c:v>0.43869999999999998</c:v>
                </c:pt>
                <c:pt idx="2">
                  <c:v>0.1734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77-4C78-8F87-5D566D6142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1AA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2E3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1AA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solidFill>
          <a:srgbClr val="1416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6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511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GameBacklog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Prático 1 — Engenharia de Prompt e Contexto na Prática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de Freitas Bovo   ·   Gabriel Felipe Alexandre dos Santos   ·   Pedro Paulo Barbosa Arantes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64592" cy="164592"/>
          </a:xfrm>
          <a:prstGeom prst="ellipse">
            <a:avLst/>
          </a:prstGeom>
          <a:solidFill>
            <a:srgbClr val="D9592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554480"/>
            <a:ext cx="164592" cy="164592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554480"/>
            <a:ext cx="164592" cy="164592"/>
          </a:xfrm>
          <a:prstGeom prst="ellipse">
            <a:avLst/>
          </a:prstGeom>
          <a:solidFill>
            <a:srgbClr val="199E7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backlog pessoal de jogos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status — Quero Jogar, Jogando, Terminado — movendo livremente entre eles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completo: criar, editar, remover jogos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por nome e ordenação por data ou nota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Estatísticas por status e total concluído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chamadas de IA em execução — toda IA ficou na construção</a:t>
            </a:r>
            <a:endParaRPr lang="en-US" sz="1600" dirty="0"/>
          </a:p>
        </p:txBody>
      </p:sp>
      <p:pic>
        <p:nvPicPr>
          <p:cNvPr id="5" name="Image 0" descr="/home/claude/deck/evolucao-projeto7finaliz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28800"/>
            <a:ext cx="5669280" cy="26947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4617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final — Kanban de status, busca, ordenação e estatísticas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PROMPT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— CLAUDE.md, estrutura RTF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4206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o Claude Code é neste projeto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decidir e agir diante de ambiguidade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resposta deve vir estruturada</a:t>
            </a:r>
            <a:endParaRPr lang="en-US" sz="1600" dirty="0"/>
          </a:p>
        </p:txBody>
      </p:sp>
      <p:pic>
        <p:nvPicPr>
          <p:cNvPr id="5" name="Image 0" descr="/home/claude/deck/system-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37360"/>
            <a:ext cx="4517136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5806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lido automaticamente pelo Claude Code a cada sessão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DE PROMPT APLICADA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vs. Zero-shot</a:t>
            </a:r>
            <a:endParaRPr lang="en-US" sz="3400" dirty="0"/>
          </a:p>
        </p:txBody>
      </p:sp>
      <p:pic>
        <p:nvPicPr>
          <p:cNvPr id="4" name="Image 0" descr="/home/claude/deck/comparativo-gerado-fewxz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287768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737360"/>
            <a:ext cx="310896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tarefa, duas formas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o array de 7 jogos mockados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quase idêntico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estrutura, mesma formatação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real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preservou um comentário de regra de negócio que o few-shot suprimiu ao imitar os exemplos à </a:t>
            </a:r>
            <a:r>
              <a:rPr lang="en-US" sz="1300" dirty="0" err="1" smtClean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CURADORIA DE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inteiro vs. trecho curado — mesma pergunta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"Como devo estruturar a função que atualiza o status de um jogo para 'terminado', considerando as regras de nota e data de conclusão?"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766560" cy="2127504"/>
        </p:xfrm>
        <a:graphic>
          <a:graphicData uri="http://schemas.openxmlformats.org/drawingml/2006/table">
            <a:tbl>
              <a:tblPr/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99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completo (@requisitos.md)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5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reduzido (colado)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de saída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2.164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3.958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write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 read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71.389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106.348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F5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processado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99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75.146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59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112.719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617720"/>
            <a:ext cx="6766560" cy="1874520"/>
          </a:xfrm>
          <a:prstGeom prst="roundRect">
            <a:avLst>
              <a:gd name="adj" fmla="val 2927"/>
            </a:avLst>
          </a:prstGeom>
          <a:solidFill>
            <a:srgbClr val="1E2126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754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contraintuitivo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contexto reduzido gastou MAIS tokens. Hipótese: a mensagem inicial já cacheou o arquivo, favorecendo o @requisitos.md — não é causa confirmada.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0" y="237744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 que importou de verdade</a:t>
            </a:r>
            <a:endParaRPr lang="en-US" sz="14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contexto completo identificou uma ambiguidade real do requisitos.md (escala de nota) e citou linhas específicas do arquivo.</a:t>
            </a:r>
            <a:endParaRPr lang="en-US" sz="14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4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final</a:t>
            </a:r>
            <a:endParaRPr lang="en-US" sz="14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de retorno tipado { ok, erro }, vinda do contexto completo — decisão de produto baseada no teste.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E CUSTO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 chamadas ao Claude 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1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Chamadas registradas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126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173.412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 saída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12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438.654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write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126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$14,02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total estimado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566160"/>
          <a:ext cx="58521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675120" y="356616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 parte do custo não veio de gerar código — veio de cache read. O desenvolvimento ocorreu numa sessão única e contínua, que acumulou ~330 mil tokens de contexto ao longo do dia. Cada mensagem releu esse contexto acumulado.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75120" y="57607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99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Reiniciar sessões periodicamente reduziria custo, ao preço de perder contexto acumulado.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GameBacklog — repositório e URL publicada: [preencher]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64592" cy="164592"/>
          </a:xfrm>
          <a:prstGeom prst="ellipse">
            <a:avLst/>
          </a:prstGeom>
          <a:solidFill>
            <a:srgbClr val="D9592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103120"/>
            <a:ext cx="164592" cy="164592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103120"/>
            <a:ext cx="164592" cy="164592"/>
          </a:xfrm>
          <a:prstGeom prst="ellipse">
            <a:avLst/>
          </a:prstGeom>
          <a:solidFill>
            <a:srgbClr val="199E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446</Words>
  <Application>Microsoft Office PowerPoint</Application>
  <PresentationFormat>Widescreen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Unicesumar</cp:lastModifiedBy>
  <cp:revision>3</cp:revision>
  <dcterms:created xsi:type="dcterms:W3CDTF">2026-08-19T23:02:14Z</dcterms:created>
  <dcterms:modified xsi:type="dcterms:W3CDTF">2026-08-20T00:27:35Z</dcterms:modified>
</cp:coreProperties>
</file>